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64" r:id="rId12"/>
    <p:sldId id="265" r:id="rId13"/>
  </p:sldIdLst>
  <p:sldSz cx="18288000" cy="10287000"/>
  <p:notesSz cx="6858000" cy="9144000"/>
  <p:embeddedFontLs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DC16E-6DC2-477D-A7E9-2E3FDC7E76DC}" v="37" dt="2026-08-16T07:43:26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447" autoAdjust="0"/>
  </p:normalViewPr>
  <p:slideViewPr>
    <p:cSldViewPr>
      <p:cViewPr varScale="1">
        <p:scale>
          <a:sx n="38" d="100"/>
          <a:sy n="38" d="100"/>
        </p:scale>
        <p:origin x="19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du Kotnala" userId="95a7da5a0460c31f" providerId="LiveId" clId="{EAD388F9-B8E9-4F55-AD2C-5A0B9C1CBA1C}"/>
    <pc:docChg chg="undo redo custSel addSld delSld modSld sldOrd">
      <pc:chgData name="Bindu Kotnala" userId="95a7da5a0460c31f" providerId="LiveId" clId="{EAD388F9-B8E9-4F55-AD2C-5A0B9C1CBA1C}" dt="2026-08-16T07:48:37.519" v="870" actId="12"/>
      <pc:docMkLst>
        <pc:docMk/>
      </pc:docMkLst>
      <pc:sldChg chg="modSp mod">
        <pc:chgData name="Bindu Kotnala" userId="95a7da5a0460c31f" providerId="LiveId" clId="{EAD388F9-B8E9-4F55-AD2C-5A0B9C1CBA1C}" dt="2026-08-16T06:36:29.548" v="96" actId="14100"/>
        <pc:sldMkLst>
          <pc:docMk/>
          <pc:sldMk cId="0" sldId="256"/>
        </pc:sldMkLst>
        <pc:spChg chg="mod">
          <ac:chgData name="Bindu Kotnala" userId="95a7da5a0460c31f" providerId="LiveId" clId="{EAD388F9-B8E9-4F55-AD2C-5A0B9C1CBA1C}" dt="2026-08-16T06:36:29.548" v="96" actId="14100"/>
          <ac:spMkLst>
            <pc:docMk/>
            <pc:sldMk cId="0" sldId="256"/>
            <ac:spMk id="13" creationId="{00000000-0000-0000-0000-000000000000}"/>
          </ac:spMkLst>
        </pc:spChg>
        <pc:grpChg chg="mod">
          <ac:chgData name="Bindu Kotnala" userId="95a7da5a0460c31f" providerId="LiveId" clId="{EAD388F9-B8E9-4F55-AD2C-5A0B9C1CBA1C}" dt="2026-08-16T06:36:26.023" v="94" actId="1036"/>
          <ac:grpSpMkLst>
            <pc:docMk/>
            <pc:sldMk cId="0" sldId="256"/>
            <ac:grpSpMk id="4" creationId="{00000000-0000-0000-0000-000000000000}"/>
          </ac:grpSpMkLst>
        </pc:grpChg>
        <pc:grpChg chg="mod">
          <ac:chgData name="Bindu Kotnala" userId="95a7da5a0460c31f" providerId="LiveId" clId="{EAD388F9-B8E9-4F55-AD2C-5A0B9C1CBA1C}" dt="2026-08-16T06:35:55.213" v="87" actId="1076"/>
          <ac:grpSpMkLst>
            <pc:docMk/>
            <pc:sldMk cId="0" sldId="256"/>
            <ac:grpSpMk id="11" creationId="{00000000-0000-0000-0000-000000000000}"/>
          </ac:grpSpMkLst>
        </pc:grpChg>
      </pc:sldChg>
      <pc:sldChg chg="modSp mod">
        <pc:chgData name="Bindu Kotnala" userId="95a7da5a0460c31f" providerId="LiveId" clId="{EAD388F9-B8E9-4F55-AD2C-5A0B9C1CBA1C}" dt="2026-08-16T07:46:02.777" v="860" actId="207"/>
        <pc:sldMkLst>
          <pc:docMk/>
          <pc:sldMk cId="0" sldId="257"/>
        </pc:sldMkLst>
        <pc:spChg chg="mod">
          <ac:chgData name="Bindu Kotnala" userId="95a7da5a0460c31f" providerId="LiveId" clId="{EAD388F9-B8E9-4F55-AD2C-5A0B9C1CBA1C}" dt="2026-08-16T06:55:41.944" v="255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46:02.777" v="860" actId="207"/>
          <ac:spMkLst>
            <pc:docMk/>
            <pc:sldMk cId="0" sldId="257"/>
            <ac:spMk id="9" creationId="{00000000-0000-0000-0000-000000000000}"/>
          </ac:spMkLst>
        </pc:spChg>
      </pc:sldChg>
      <pc:sldChg chg="addSp delSp modSp mod">
        <pc:chgData name="Bindu Kotnala" userId="95a7da5a0460c31f" providerId="LiveId" clId="{EAD388F9-B8E9-4F55-AD2C-5A0B9C1CBA1C}" dt="2026-08-16T06:55:33.279" v="254" actId="207"/>
        <pc:sldMkLst>
          <pc:docMk/>
          <pc:sldMk cId="0" sldId="258"/>
        </pc:sldMkLst>
        <pc:spChg chg="del topLvl">
          <ac:chgData name="Bindu Kotnala" userId="95a7da5a0460c31f" providerId="LiveId" clId="{EAD388F9-B8E9-4F55-AD2C-5A0B9C1CBA1C}" dt="2026-08-16T06:52:59.101" v="240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6:55:33.279" v="254" actId="207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6:46:19.493" v="171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Bindu Kotnala" userId="95a7da5a0460c31f" providerId="LiveId" clId="{EAD388F9-B8E9-4F55-AD2C-5A0B9C1CBA1C}" dt="2026-08-16T06:44:26.336" v="155" actId="1076"/>
          <ac:spMkLst>
            <pc:docMk/>
            <pc:sldMk cId="0" sldId="258"/>
            <ac:spMk id="10" creationId="{E3460E04-3D90-C833-C663-FF1E22B296E9}"/>
          </ac:spMkLst>
        </pc:spChg>
        <pc:spChg chg="add del">
          <ac:chgData name="Bindu Kotnala" userId="95a7da5a0460c31f" providerId="LiveId" clId="{EAD388F9-B8E9-4F55-AD2C-5A0B9C1CBA1C}" dt="2026-08-16T06:42:01.670" v="138" actId="11529"/>
          <ac:spMkLst>
            <pc:docMk/>
            <pc:sldMk cId="0" sldId="258"/>
            <ac:spMk id="11" creationId="{C313FA0B-1CDD-8DA8-70E7-CF71BB67D425}"/>
          </ac:spMkLst>
        </pc:spChg>
        <pc:spChg chg="add del">
          <ac:chgData name="Bindu Kotnala" userId="95a7da5a0460c31f" providerId="LiveId" clId="{EAD388F9-B8E9-4F55-AD2C-5A0B9C1CBA1C}" dt="2026-08-16T06:42:11.398" v="140" actId="11529"/>
          <ac:spMkLst>
            <pc:docMk/>
            <pc:sldMk cId="0" sldId="258"/>
            <ac:spMk id="12" creationId="{204C9E32-6268-F368-EC39-C0AD57F82DF2}"/>
          </ac:spMkLst>
        </pc:spChg>
        <pc:spChg chg="add mod">
          <ac:chgData name="Bindu Kotnala" userId="95a7da5a0460c31f" providerId="LiveId" clId="{EAD388F9-B8E9-4F55-AD2C-5A0B9C1CBA1C}" dt="2026-08-16T06:43:00.579" v="145" actId="208"/>
          <ac:spMkLst>
            <pc:docMk/>
            <pc:sldMk cId="0" sldId="258"/>
            <ac:spMk id="13" creationId="{CA0705AB-CC18-323A-CDD5-D8F26558B41F}"/>
          </ac:spMkLst>
        </pc:spChg>
        <pc:spChg chg="add mod">
          <ac:chgData name="Bindu Kotnala" userId="95a7da5a0460c31f" providerId="LiveId" clId="{EAD388F9-B8E9-4F55-AD2C-5A0B9C1CBA1C}" dt="2026-08-16T06:47:23.047" v="182" actId="207"/>
          <ac:spMkLst>
            <pc:docMk/>
            <pc:sldMk cId="0" sldId="258"/>
            <ac:spMk id="15" creationId="{63428D11-F222-8705-FF2C-D82B86D73EEE}"/>
          </ac:spMkLst>
        </pc:spChg>
        <pc:spChg chg="add mod">
          <ac:chgData name="Bindu Kotnala" userId="95a7da5a0460c31f" providerId="LiveId" clId="{EAD388F9-B8E9-4F55-AD2C-5A0B9C1CBA1C}" dt="2026-08-16T06:55:10.296" v="253" actId="14100"/>
          <ac:spMkLst>
            <pc:docMk/>
            <pc:sldMk cId="0" sldId="258"/>
            <ac:spMk id="16" creationId="{D8E6B9D5-E47E-3CF8-A152-484AD4A6A5D0}"/>
          </ac:spMkLst>
        </pc:spChg>
        <pc:spChg chg="add del mod">
          <ac:chgData name="Bindu Kotnala" userId="95a7da5a0460c31f" providerId="LiveId" clId="{EAD388F9-B8E9-4F55-AD2C-5A0B9C1CBA1C}" dt="2026-08-16T06:51:45.089" v="228" actId="22"/>
          <ac:spMkLst>
            <pc:docMk/>
            <pc:sldMk cId="0" sldId="258"/>
            <ac:spMk id="18" creationId="{DFC41CDF-D02F-3266-6AAF-CEB1B48DC9D5}"/>
          </ac:spMkLst>
        </pc:spChg>
        <pc:spChg chg="add del">
          <ac:chgData name="Bindu Kotnala" userId="95a7da5a0460c31f" providerId="LiveId" clId="{EAD388F9-B8E9-4F55-AD2C-5A0B9C1CBA1C}" dt="2026-08-16T06:53:12.911" v="242" actId="478"/>
          <ac:spMkLst>
            <pc:docMk/>
            <pc:sldMk cId="0" sldId="258"/>
            <ac:spMk id="20" creationId="{A62703D7-7A5D-3DA4-C25A-B1C8C479C8A2}"/>
          </ac:spMkLst>
        </pc:spChg>
        <pc:grpChg chg="mod">
          <ac:chgData name="Bindu Kotnala" userId="95a7da5a0460c31f" providerId="LiveId" clId="{EAD388F9-B8E9-4F55-AD2C-5A0B9C1CBA1C}" dt="2026-08-16T06:54:26.817" v="247" actId="14100"/>
          <ac:grpSpMkLst>
            <pc:docMk/>
            <pc:sldMk cId="0" sldId="258"/>
            <ac:grpSpMk id="2" creationId="{00000000-0000-0000-0000-000000000000}"/>
          </ac:grpSpMkLst>
        </pc:grpChg>
        <pc:grpChg chg="del mod">
          <ac:chgData name="Bindu Kotnala" userId="95a7da5a0460c31f" providerId="LiveId" clId="{EAD388F9-B8E9-4F55-AD2C-5A0B9C1CBA1C}" dt="2026-08-16T06:52:59.101" v="240" actId="478"/>
          <ac:grpSpMkLst>
            <pc:docMk/>
            <pc:sldMk cId="0" sldId="258"/>
            <ac:grpSpMk id="4" creationId="{00000000-0000-0000-0000-000000000000}"/>
          </ac:grpSpMkLst>
        </pc:grpChg>
      </pc:sldChg>
      <pc:sldChg chg="modSp mod">
        <pc:chgData name="Bindu Kotnala" userId="95a7da5a0460c31f" providerId="LiveId" clId="{EAD388F9-B8E9-4F55-AD2C-5A0B9C1CBA1C}" dt="2026-08-16T07:35:25.759" v="771" actId="207"/>
        <pc:sldMkLst>
          <pc:docMk/>
          <pc:sldMk cId="0" sldId="259"/>
        </pc:sldMkLst>
        <pc:spChg chg="mod">
          <ac:chgData name="Bindu Kotnala" userId="95a7da5a0460c31f" providerId="LiveId" clId="{EAD388F9-B8E9-4F55-AD2C-5A0B9C1CBA1C}" dt="2026-08-16T06:55:56.549" v="256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4:49.602" v="764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4:55.178" v="765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5:01.233" v="766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5:15.855" v="769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5:10.017" v="768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5:06.899" v="767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5:19.142" v="770" actId="20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35:25.759" v="771" actId="207"/>
          <ac:spMkLst>
            <pc:docMk/>
            <pc:sldMk cId="0" sldId="259"/>
            <ac:spMk id="17" creationId="{00000000-0000-0000-0000-000000000000}"/>
          </ac:spMkLst>
        </pc:spChg>
      </pc:sldChg>
      <pc:sldChg chg="addSp delSp modSp mod">
        <pc:chgData name="Bindu Kotnala" userId="95a7da5a0460c31f" providerId="LiveId" clId="{EAD388F9-B8E9-4F55-AD2C-5A0B9C1CBA1C}" dt="2026-08-16T07:21:02.672" v="553" actId="2711"/>
        <pc:sldMkLst>
          <pc:docMk/>
          <pc:sldMk cId="0" sldId="260"/>
        </pc:sldMkLst>
        <pc:spChg chg="mod">
          <ac:chgData name="Bindu Kotnala" userId="95a7da5a0460c31f" providerId="LiveId" clId="{EAD388F9-B8E9-4F55-AD2C-5A0B9C1CBA1C}" dt="2026-08-16T07:13:35.720" v="464" actId="14100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6:50:15.708" v="209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6:50:15.711" v="211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6:50:15.715" v="213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6:50:15.717" v="215"/>
          <ac:spMkLst>
            <pc:docMk/>
            <pc:sldMk cId="0" sldId="260"/>
            <ac:spMk id="10" creationId="{00000000-0000-0000-0000-000000000000}"/>
          </ac:spMkLst>
        </pc:spChg>
        <pc:spChg chg="add del">
          <ac:chgData name="Bindu Kotnala" userId="95a7da5a0460c31f" providerId="LiveId" clId="{EAD388F9-B8E9-4F55-AD2C-5A0B9C1CBA1C}" dt="2026-08-16T06:50:13.831" v="207" actId="11529"/>
          <ac:spMkLst>
            <pc:docMk/>
            <pc:sldMk cId="0" sldId="260"/>
            <ac:spMk id="13" creationId="{73476E65-1268-6DF2-802A-B8CDE928E930}"/>
          </ac:spMkLst>
        </pc:spChg>
        <pc:spChg chg="add mod">
          <ac:chgData name="Bindu Kotnala" userId="95a7da5a0460c31f" providerId="LiveId" clId="{EAD388F9-B8E9-4F55-AD2C-5A0B9C1CBA1C}" dt="2026-08-16T07:21:02.672" v="553" actId="2711"/>
          <ac:spMkLst>
            <pc:docMk/>
            <pc:sldMk cId="0" sldId="260"/>
            <ac:spMk id="21" creationId="{B8648961-3059-E562-90E2-8C119F74C2CC}"/>
          </ac:spMkLst>
        </pc:spChg>
        <pc:grpChg chg="mod">
          <ac:chgData name="Bindu Kotnala" userId="95a7da5a0460c31f" providerId="LiveId" clId="{EAD388F9-B8E9-4F55-AD2C-5A0B9C1CBA1C}" dt="2026-08-16T06:49:31.311" v="199" actId="1076"/>
          <ac:grpSpMkLst>
            <pc:docMk/>
            <pc:sldMk cId="0" sldId="260"/>
            <ac:grpSpMk id="4" creationId="{00000000-0000-0000-0000-000000000000}"/>
          </ac:grpSpMkLst>
        </pc:grpChg>
        <pc:graphicFrameChg chg="add mod">
          <ac:chgData name="Bindu Kotnala" userId="95a7da5a0460c31f" providerId="LiveId" clId="{EAD388F9-B8E9-4F55-AD2C-5A0B9C1CBA1C}" dt="2026-08-16T06:56:30.086" v="258"/>
          <ac:graphicFrameMkLst>
            <pc:docMk/>
            <pc:sldMk cId="0" sldId="260"/>
            <ac:graphicFrameMk id="15" creationId="{B56160C5-148B-6A03-573D-A8FD83F700D8}"/>
          </ac:graphicFrameMkLst>
        </pc:graphicFrameChg>
        <pc:graphicFrameChg chg="add mod">
          <ac:chgData name="Bindu Kotnala" userId="95a7da5a0460c31f" providerId="LiveId" clId="{EAD388F9-B8E9-4F55-AD2C-5A0B9C1CBA1C}" dt="2026-08-16T06:56:30.086" v="258"/>
          <ac:graphicFrameMkLst>
            <pc:docMk/>
            <pc:sldMk cId="0" sldId="260"/>
            <ac:graphicFrameMk id="16" creationId="{47AE6D54-FBB4-A903-A0E2-49C96AEC70B7}"/>
          </ac:graphicFrameMkLst>
        </pc:graphicFrameChg>
        <pc:graphicFrameChg chg="add mod modGraphic">
          <ac:chgData name="Bindu Kotnala" userId="95a7da5a0460c31f" providerId="LiveId" clId="{EAD388F9-B8E9-4F55-AD2C-5A0B9C1CBA1C}" dt="2026-08-16T06:56:34.887" v="260" actId="14734"/>
          <ac:graphicFrameMkLst>
            <pc:docMk/>
            <pc:sldMk cId="0" sldId="260"/>
            <ac:graphicFrameMk id="17" creationId="{FB32A7F6-1C59-92B7-0371-ECB3F66CF76D}"/>
          </ac:graphicFrameMkLst>
        </pc:graphicFrameChg>
        <pc:graphicFrameChg chg="add mod">
          <ac:chgData name="Bindu Kotnala" userId="95a7da5a0460c31f" providerId="LiveId" clId="{EAD388F9-B8E9-4F55-AD2C-5A0B9C1CBA1C}" dt="2026-08-16T06:56:49.396" v="261"/>
          <ac:graphicFrameMkLst>
            <pc:docMk/>
            <pc:sldMk cId="0" sldId="260"/>
            <ac:graphicFrameMk id="18" creationId="{8FEF822C-FD76-1859-111F-0B4F00947AD6}"/>
          </ac:graphicFrameMkLst>
        </pc:graphicFrameChg>
        <pc:graphicFrameChg chg="add mod modGraphic">
          <ac:chgData name="Bindu Kotnala" userId="95a7da5a0460c31f" providerId="LiveId" clId="{EAD388F9-B8E9-4F55-AD2C-5A0B9C1CBA1C}" dt="2026-08-16T06:57:05.802" v="265" actId="14734"/>
          <ac:graphicFrameMkLst>
            <pc:docMk/>
            <pc:sldMk cId="0" sldId="260"/>
            <ac:graphicFrameMk id="19" creationId="{527A1403-09E0-50E2-103C-0282B5AAB1BD}"/>
          </ac:graphicFrameMkLst>
        </pc:graphicFrameChg>
      </pc:sldChg>
      <pc:sldChg chg="addSp delSp modSp mod">
        <pc:chgData name="Bindu Kotnala" userId="95a7da5a0460c31f" providerId="LiveId" clId="{EAD388F9-B8E9-4F55-AD2C-5A0B9C1CBA1C}" dt="2026-08-16T07:48:14.851" v="869" actId="207"/>
        <pc:sldMkLst>
          <pc:docMk/>
          <pc:sldMk cId="0" sldId="261"/>
        </pc:sldMkLst>
        <pc:spChg chg="mod">
          <ac:chgData name="Bindu Kotnala" userId="95a7da5a0460c31f" providerId="LiveId" clId="{EAD388F9-B8E9-4F55-AD2C-5A0B9C1CBA1C}" dt="2026-08-16T07:46:40.443" v="861" actId="14100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01:33.128" v="312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01:33.130" v="314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05:45.921" v="358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05:45.926" v="364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05:45.925" v="362"/>
          <ac:spMkLst>
            <pc:docMk/>
            <pc:sldMk cId="0" sldId="261"/>
            <ac:spMk id="13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05:45.923" v="360"/>
          <ac:spMkLst>
            <pc:docMk/>
            <pc:sldMk cId="0" sldId="261"/>
            <ac:spMk id="14" creationId="{00000000-0000-0000-0000-000000000000}"/>
          </ac:spMkLst>
        </pc:spChg>
        <pc:spChg chg="add mod">
          <ac:chgData name="Bindu Kotnala" userId="95a7da5a0460c31f" providerId="LiveId" clId="{EAD388F9-B8E9-4F55-AD2C-5A0B9C1CBA1C}" dt="2026-08-16T07:47:30.252" v="866" actId="2711"/>
          <ac:spMkLst>
            <pc:docMk/>
            <pc:sldMk cId="0" sldId="261"/>
            <ac:spMk id="15" creationId="{F58C99CB-D918-26FF-7BB9-0CD178F8CCB5}"/>
          </ac:spMkLst>
        </pc:spChg>
        <pc:spChg chg="add mod">
          <ac:chgData name="Bindu Kotnala" userId="95a7da5a0460c31f" providerId="LiveId" clId="{EAD388F9-B8E9-4F55-AD2C-5A0B9C1CBA1C}" dt="2026-08-16T07:48:14.851" v="869" actId="207"/>
          <ac:spMkLst>
            <pc:docMk/>
            <pc:sldMk cId="0" sldId="261"/>
            <ac:spMk id="18" creationId="{87D8908D-CC9E-2BF6-8C17-7FF54F762C92}"/>
          </ac:spMkLst>
        </pc:spChg>
        <pc:spChg chg="add mod">
          <ac:chgData name="Bindu Kotnala" userId="95a7da5a0460c31f" providerId="LiveId" clId="{EAD388F9-B8E9-4F55-AD2C-5A0B9C1CBA1C}" dt="2026-08-16T07:47:22.513" v="865" actId="2711"/>
          <ac:spMkLst>
            <pc:docMk/>
            <pc:sldMk cId="0" sldId="261"/>
            <ac:spMk id="20" creationId="{E4BA91FB-8E53-A102-040A-A2C8D294B825}"/>
          </ac:spMkLst>
        </pc:spChg>
        <pc:spChg chg="add mod">
          <ac:chgData name="Bindu Kotnala" userId="95a7da5a0460c31f" providerId="LiveId" clId="{EAD388F9-B8E9-4F55-AD2C-5A0B9C1CBA1C}" dt="2026-08-16T07:47:37.063" v="867" actId="2711"/>
          <ac:spMkLst>
            <pc:docMk/>
            <pc:sldMk cId="0" sldId="261"/>
            <ac:spMk id="22" creationId="{B89A03CA-43CD-845E-A5EA-7936E0265D7D}"/>
          </ac:spMkLst>
        </pc:spChg>
        <pc:spChg chg="add del mod">
          <ac:chgData name="Bindu Kotnala" userId="95a7da5a0460c31f" providerId="LiveId" clId="{EAD388F9-B8E9-4F55-AD2C-5A0B9C1CBA1C}" dt="2026-08-16T07:06:35.956" v="375" actId="11529"/>
          <ac:spMkLst>
            <pc:docMk/>
            <pc:sldMk cId="0" sldId="261"/>
            <ac:spMk id="23" creationId="{6582D87A-E84D-D626-32CB-A3CBC4C73427}"/>
          </ac:spMkLst>
        </pc:spChg>
        <pc:spChg chg="add del mod">
          <ac:chgData name="Bindu Kotnala" userId="95a7da5a0460c31f" providerId="LiveId" clId="{EAD388F9-B8E9-4F55-AD2C-5A0B9C1CBA1C}" dt="2026-08-16T07:07:20.296" v="383" actId="22"/>
          <ac:spMkLst>
            <pc:docMk/>
            <pc:sldMk cId="0" sldId="261"/>
            <ac:spMk id="25" creationId="{B9CC3C38-13ED-4FC6-1B4A-7F803E64C415}"/>
          </ac:spMkLst>
        </pc:spChg>
        <pc:spChg chg="add del mod">
          <ac:chgData name="Bindu Kotnala" userId="95a7da5a0460c31f" providerId="LiveId" clId="{EAD388F9-B8E9-4F55-AD2C-5A0B9C1CBA1C}" dt="2026-08-16T07:07:42.986" v="387" actId="22"/>
          <ac:spMkLst>
            <pc:docMk/>
            <pc:sldMk cId="0" sldId="261"/>
            <ac:spMk id="27" creationId="{EF562342-773F-EDFD-2C34-7D599EC4F109}"/>
          </ac:spMkLst>
        </pc:spChg>
        <pc:grpChg chg="del mod">
          <ac:chgData name="Bindu Kotnala" userId="95a7da5a0460c31f" providerId="LiveId" clId="{EAD388F9-B8E9-4F55-AD2C-5A0B9C1CBA1C}" dt="2026-08-16T07:01:33.120" v="310" actId="478"/>
          <ac:grpSpMkLst>
            <pc:docMk/>
            <pc:sldMk cId="0" sldId="261"/>
            <ac:grpSpMk id="7" creationId="{00000000-0000-0000-0000-000000000000}"/>
          </ac:grpSpMkLst>
        </pc:grpChg>
      </pc:sldChg>
      <pc:sldChg chg="addSp delSp modSp mod">
        <pc:chgData name="Bindu Kotnala" userId="95a7da5a0460c31f" providerId="LiveId" clId="{EAD388F9-B8E9-4F55-AD2C-5A0B9C1CBA1C}" dt="2026-08-16T07:15:07.053" v="479" actId="14100"/>
        <pc:sldMkLst>
          <pc:docMk/>
          <pc:sldMk cId="0" sldId="262"/>
        </pc:sldMkLst>
        <pc:spChg chg="mod">
          <ac:chgData name="Bindu Kotnala" userId="95a7da5a0460c31f" providerId="LiveId" clId="{EAD388F9-B8E9-4F55-AD2C-5A0B9C1CBA1C}" dt="2026-08-16T07:15:07.053" v="479" actId="14100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11:24.255" v="438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11:24.255" v="440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11:24.255" v="442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11:24.262" v="444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Bindu Kotnala" userId="95a7da5a0460c31f" providerId="LiveId" clId="{EAD388F9-B8E9-4F55-AD2C-5A0B9C1CBA1C}" dt="2026-08-16T07:12:31.651" v="456" actId="2711"/>
          <ac:spMkLst>
            <pc:docMk/>
            <pc:sldMk cId="0" sldId="262"/>
            <ac:spMk id="15" creationId="{EB2EC6B5-317A-F8E8-A1C6-7924016F0D81}"/>
          </ac:spMkLst>
        </pc:spChg>
      </pc:sldChg>
      <pc:sldChg chg="addSp delSp modSp mod">
        <pc:chgData name="Bindu Kotnala" userId="95a7da5a0460c31f" providerId="LiveId" clId="{EAD388F9-B8E9-4F55-AD2C-5A0B9C1CBA1C}" dt="2026-08-16T07:20:20.839" v="552"/>
        <pc:sldMkLst>
          <pc:docMk/>
          <pc:sldMk cId="0" sldId="263"/>
        </pc:sldMkLst>
        <pc:spChg chg="mod">
          <ac:chgData name="Bindu Kotnala" userId="95a7da5a0460c31f" providerId="LiveId" clId="{EAD388F9-B8E9-4F55-AD2C-5A0B9C1CBA1C}" dt="2026-08-16T07:16:57.919" v="512" actId="13822"/>
          <ac:spMkLst>
            <pc:docMk/>
            <pc:sldMk cId="0" sldId="263"/>
            <ac:spMk id="7" creationId="{00000000-0000-0000-0000-000000000000}"/>
          </ac:spMkLst>
        </pc:spChg>
        <pc:spChg chg="mod">
          <ac:chgData name="Bindu Kotnala" userId="95a7da5a0460c31f" providerId="LiveId" clId="{EAD388F9-B8E9-4F55-AD2C-5A0B9C1CBA1C}" dt="2026-08-16T07:16:00.148" v="495" actId="14100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20:20.839" v="552"/>
          <ac:spMkLst>
            <pc:docMk/>
            <pc:sldMk cId="0" sldId="263"/>
            <ac:spMk id="9" creationId="{00000000-0000-0000-0000-000000000000}"/>
          </ac:spMkLst>
        </pc:spChg>
        <pc:spChg chg="add mod">
          <ac:chgData name="Bindu Kotnala" userId="95a7da5a0460c31f" providerId="LiveId" clId="{EAD388F9-B8E9-4F55-AD2C-5A0B9C1CBA1C}" dt="2026-08-16T07:19:13.545" v="539" actId="207"/>
          <ac:spMkLst>
            <pc:docMk/>
            <pc:sldMk cId="0" sldId="263"/>
            <ac:spMk id="12" creationId="{F52755F1-A10E-064A-F1D7-9D33D1C127C7}"/>
          </ac:spMkLst>
        </pc:spChg>
        <pc:spChg chg="add mod">
          <ac:chgData name="Bindu Kotnala" userId="95a7da5a0460c31f" providerId="LiveId" clId="{EAD388F9-B8E9-4F55-AD2C-5A0B9C1CBA1C}" dt="2026-08-16T07:20:13.364" v="550" actId="113"/>
          <ac:spMkLst>
            <pc:docMk/>
            <pc:sldMk cId="0" sldId="263"/>
            <ac:spMk id="14" creationId="{390C9D22-68A3-B272-4905-A03D674964CB}"/>
          </ac:spMkLst>
        </pc:spChg>
        <pc:spChg chg="add mod">
          <ac:chgData name="Bindu Kotnala" userId="95a7da5a0460c31f" providerId="LiveId" clId="{EAD388F9-B8E9-4F55-AD2C-5A0B9C1CBA1C}" dt="2026-08-16T07:19:20.942" v="541" actId="12"/>
          <ac:spMkLst>
            <pc:docMk/>
            <pc:sldMk cId="0" sldId="263"/>
            <ac:spMk id="16" creationId="{FFE37015-E5CB-985F-55A3-71247FAF2FFC}"/>
          </ac:spMkLst>
        </pc:spChg>
        <pc:grpChg chg="mod">
          <ac:chgData name="Bindu Kotnala" userId="95a7da5a0460c31f" providerId="LiveId" clId="{EAD388F9-B8E9-4F55-AD2C-5A0B9C1CBA1C}" dt="2026-08-16T07:17:12.298" v="513" actId="14100"/>
          <ac:grpSpMkLst>
            <pc:docMk/>
            <pc:sldMk cId="0" sldId="263"/>
            <ac:grpSpMk id="6" creationId="{00000000-0000-0000-0000-000000000000}"/>
          </ac:grpSpMkLst>
        </pc:grpChg>
      </pc:sldChg>
      <pc:sldChg chg="addSp delSp modSp mod">
        <pc:chgData name="Bindu Kotnala" userId="95a7da5a0460c31f" providerId="LiveId" clId="{EAD388F9-B8E9-4F55-AD2C-5A0B9C1CBA1C}" dt="2026-08-16T07:44:08.674" v="847" actId="2711"/>
        <pc:sldMkLst>
          <pc:docMk/>
          <pc:sldMk cId="0" sldId="264"/>
        </pc:sldMkLst>
        <pc:spChg chg="mod">
          <ac:chgData name="Bindu Kotnala" userId="95a7da5a0460c31f" providerId="LiveId" clId="{EAD388F9-B8E9-4F55-AD2C-5A0B9C1CBA1C}" dt="2026-08-16T07:32:20.224" v="682" actId="14100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Bindu Kotnala" userId="95a7da5a0460c31f" providerId="LiveId" clId="{EAD388F9-B8E9-4F55-AD2C-5A0B9C1CBA1C}" dt="2026-08-16T07:32:44.861" v="685"/>
          <ac:spMkLst>
            <pc:docMk/>
            <pc:sldMk cId="0" sldId="264"/>
            <ac:spMk id="9" creationId="{00000000-0000-0000-0000-000000000000}"/>
          </ac:spMkLst>
        </pc:spChg>
        <pc:spChg chg="add mod">
          <ac:chgData name="Bindu Kotnala" userId="95a7da5a0460c31f" providerId="LiveId" clId="{EAD388F9-B8E9-4F55-AD2C-5A0B9C1CBA1C}" dt="2026-08-16T07:43:50.120" v="845" actId="207"/>
          <ac:spMkLst>
            <pc:docMk/>
            <pc:sldMk cId="0" sldId="264"/>
            <ac:spMk id="10" creationId="{18068B5D-F65D-AC6E-D1C0-685C3B599645}"/>
          </ac:spMkLst>
        </pc:spChg>
        <pc:spChg chg="add mod">
          <ac:chgData name="Bindu Kotnala" userId="95a7da5a0460c31f" providerId="LiveId" clId="{EAD388F9-B8E9-4F55-AD2C-5A0B9C1CBA1C}" dt="2026-08-16T07:44:08.674" v="847" actId="2711"/>
          <ac:spMkLst>
            <pc:docMk/>
            <pc:sldMk cId="0" sldId="264"/>
            <ac:spMk id="13" creationId="{7E6D8E20-648B-40C7-6C02-EDA2872C3C77}"/>
          </ac:spMkLst>
        </pc:spChg>
        <pc:grpChg chg="del">
          <ac:chgData name="Bindu Kotnala" userId="95a7da5a0460c31f" providerId="LiveId" clId="{EAD388F9-B8E9-4F55-AD2C-5A0B9C1CBA1C}" dt="2026-08-16T07:31:26.050" v="666" actId="478"/>
          <ac:grpSpMkLst>
            <pc:docMk/>
            <pc:sldMk cId="0" sldId="264"/>
            <ac:grpSpMk id="6" creationId="{00000000-0000-0000-0000-000000000000}"/>
          </ac:grpSpMkLst>
        </pc:grpChg>
      </pc:sldChg>
      <pc:sldChg chg="modSp mod">
        <pc:chgData name="Bindu Kotnala" userId="95a7da5a0460c31f" providerId="LiveId" clId="{EAD388F9-B8E9-4F55-AD2C-5A0B9C1CBA1C}" dt="2026-08-16T07:44:22.215" v="849" actId="207"/>
        <pc:sldMkLst>
          <pc:docMk/>
          <pc:sldMk cId="0" sldId="265"/>
        </pc:sldMkLst>
        <pc:spChg chg="mod">
          <ac:chgData name="Bindu Kotnala" userId="95a7da5a0460c31f" providerId="LiveId" clId="{EAD388F9-B8E9-4F55-AD2C-5A0B9C1CBA1C}" dt="2026-08-16T07:44:22.215" v="849" actId="207"/>
          <ac:spMkLst>
            <pc:docMk/>
            <pc:sldMk cId="0" sldId="265"/>
            <ac:spMk id="2" creationId="{00000000-0000-0000-0000-000000000000}"/>
          </ac:spMkLst>
        </pc:spChg>
      </pc:sldChg>
      <pc:sldChg chg="del">
        <pc:chgData name="Bindu Kotnala" userId="95a7da5a0460c31f" providerId="LiveId" clId="{EAD388F9-B8E9-4F55-AD2C-5A0B9C1CBA1C}" dt="2026-08-16T07:22:12.339" v="566" actId="2696"/>
        <pc:sldMkLst>
          <pc:docMk/>
          <pc:sldMk cId="2050624621" sldId="266"/>
        </pc:sldMkLst>
      </pc:sldChg>
      <pc:sldChg chg="del">
        <pc:chgData name="Bindu Kotnala" userId="95a7da5a0460c31f" providerId="LiveId" clId="{EAD388F9-B8E9-4F55-AD2C-5A0B9C1CBA1C}" dt="2026-08-16T07:22:07.467" v="565" actId="2696"/>
        <pc:sldMkLst>
          <pc:docMk/>
          <pc:sldMk cId="3424026938" sldId="267"/>
        </pc:sldMkLst>
      </pc:sldChg>
      <pc:sldChg chg="del">
        <pc:chgData name="Bindu Kotnala" userId="95a7da5a0460c31f" providerId="LiveId" clId="{EAD388F9-B8E9-4F55-AD2C-5A0B9C1CBA1C}" dt="2026-08-16T07:22:03.705" v="564" actId="2696"/>
        <pc:sldMkLst>
          <pc:docMk/>
          <pc:sldMk cId="31675388" sldId="268"/>
        </pc:sldMkLst>
      </pc:sldChg>
      <pc:sldChg chg="del">
        <pc:chgData name="Bindu Kotnala" userId="95a7da5a0460c31f" providerId="LiveId" clId="{EAD388F9-B8E9-4F55-AD2C-5A0B9C1CBA1C}" dt="2026-08-16T07:22:16.146" v="567" actId="2696"/>
        <pc:sldMkLst>
          <pc:docMk/>
          <pc:sldMk cId="2257499286" sldId="269"/>
        </pc:sldMkLst>
      </pc:sldChg>
      <pc:sldChg chg="del">
        <pc:chgData name="Bindu Kotnala" userId="95a7da5a0460c31f" providerId="LiveId" clId="{EAD388F9-B8E9-4F55-AD2C-5A0B9C1CBA1C}" dt="2026-08-16T07:21:59.879" v="563" actId="2696"/>
        <pc:sldMkLst>
          <pc:docMk/>
          <pc:sldMk cId="1416763692" sldId="270"/>
        </pc:sldMkLst>
      </pc:sldChg>
      <pc:sldChg chg="del">
        <pc:chgData name="Bindu Kotnala" userId="95a7da5a0460c31f" providerId="LiveId" clId="{EAD388F9-B8E9-4F55-AD2C-5A0B9C1CBA1C}" dt="2026-08-16T07:21:55.927" v="562" actId="2696"/>
        <pc:sldMkLst>
          <pc:docMk/>
          <pc:sldMk cId="3635009580" sldId="271"/>
        </pc:sldMkLst>
      </pc:sldChg>
      <pc:sldChg chg="delSp modSp del mod">
        <pc:chgData name="Bindu Kotnala" userId="95a7da5a0460c31f" providerId="LiveId" clId="{EAD388F9-B8E9-4F55-AD2C-5A0B9C1CBA1C}" dt="2026-08-16T07:21:51.386" v="561" actId="2696"/>
        <pc:sldMkLst>
          <pc:docMk/>
          <pc:sldMk cId="668732420" sldId="272"/>
        </pc:sldMkLst>
        <pc:spChg chg="del mod">
          <ac:chgData name="Bindu Kotnala" userId="95a7da5a0460c31f" providerId="LiveId" clId="{EAD388F9-B8E9-4F55-AD2C-5A0B9C1CBA1C}" dt="2026-08-16T07:21:47.273" v="560"/>
          <ac:spMkLst>
            <pc:docMk/>
            <pc:sldMk cId="668732420" sldId="272"/>
            <ac:spMk id="5" creationId="{B2F8C82B-860A-A748-B253-95D561A7B244}"/>
          </ac:spMkLst>
        </pc:spChg>
        <pc:spChg chg="mod">
          <ac:chgData name="Bindu Kotnala" userId="95a7da5a0460c31f" providerId="LiveId" clId="{EAD388F9-B8E9-4F55-AD2C-5A0B9C1CBA1C}" dt="2026-08-16T07:21:41.304" v="557" actId="20577"/>
          <ac:spMkLst>
            <pc:docMk/>
            <pc:sldMk cId="668732420" sldId="272"/>
            <ac:spMk id="7" creationId="{0919877B-A09A-5783-A7D8-5FBB47C5CA8A}"/>
          </ac:spMkLst>
        </pc:spChg>
        <pc:grpChg chg="del">
          <ac:chgData name="Bindu Kotnala" userId="95a7da5a0460c31f" providerId="LiveId" clId="{EAD388F9-B8E9-4F55-AD2C-5A0B9C1CBA1C}" dt="2026-08-16T07:21:27.137" v="556" actId="478"/>
          <ac:grpSpMkLst>
            <pc:docMk/>
            <pc:sldMk cId="668732420" sldId="272"/>
            <ac:grpSpMk id="2" creationId="{39E9BD8D-3C47-D969-1C02-317F5AA970EF}"/>
          </ac:grpSpMkLst>
        </pc:grpChg>
      </pc:sldChg>
      <pc:sldChg chg="addSp modSp new mod ord">
        <pc:chgData name="Bindu Kotnala" userId="95a7da5a0460c31f" providerId="LiveId" clId="{EAD388F9-B8E9-4F55-AD2C-5A0B9C1CBA1C}" dt="2026-08-16T07:26:40.817" v="616" actId="207"/>
        <pc:sldMkLst>
          <pc:docMk/>
          <pc:sldMk cId="2427770304" sldId="273"/>
        </pc:sldMkLst>
        <pc:spChg chg="mod">
          <ac:chgData name="Bindu Kotnala" userId="95a7da5a0460c31f" providerId="LiveId" clId="{EAD388F9-B8E9-4F55-AD2C-5A0B9C1CBA1C}" dt="2026-08-16T07:21:17.657" v="555"/>
          <ac:spMkLst>
            <pc:docMk/>
            <pc:sldMk cId="2427770304" sldId="273"/>
            <ac:spMk id="3" creationId="{C43387DA-674A-7965-4C1D-3F3641EA2F27}"/>
          </ac:spMkLst>
        </pc:spChg>
        <pc:spChg chg="add mod">
          <ac:chgData name="Bindu Kotnala" userId="95a7da5a0460c31f" providerId="LiveId" clId="{EAD388F9-B8E9-4F55-AD2C-5A0B9C1CBA1C}" dt="2026-08-16T07:24:51.133" v="594" actId="404"/>
          <ac:spMkLst>
            <pc:docMk/>
            <pc:sldMk cId="2427770304" sldId="273"/>
            <ac:spMk id="5" creationId="{B9F1F70A-CB88-DB35-1D34-4B9D1C6CC737}"/>
          </ac:spMkLst>
        </pc:spChg>
        <pc:spChg chg="mod">
          <ac:chgData name="Bindu Kotnala" userId="95a7da5a0460c31f" providerId="LiveId" clId="{EAD388F9-B8E9-4F55-AD2C-5A0B9C1CBA1C}" dt="2026-08-16T07:24:28.165" v="586"/>
          <ac:spMkLst>
            <pc:docMk/>
            <pc:sldMk cId="2427770304" sldId="273"/>
            <ac:spMk id="7" creationId="{F9A0BE33-099D-37B3-44A5-F6B8163B4C12}"/>
          </ac:spMkLst>
        </pc:spChg>
        <pc:spChg chg="add mod">
          <ac:chgData name="Bindu Kotnala" userId="95a7da5a0460c31f" providerId="LiveId" clId="{EAD388F9-B8E9-4F55-AD2C-5A0B9C1CBA1C}" dt="2026-08-16T07:26:40.817" v="616" actId="207"/>
          <ac:spMkLst>
            <pc:docMk/>
            <pc:sldMk cId="2427770304" sldId="273"/>
            <ac:spMk id="11" creationId="{BC2542E8-103A-75B2-C7D3-CCC723A868A1}"/>
          </ac:spMkLst>
        </pc:spChg>
        <pc:grpChg chg="add mod">
          <ac:chgData name="Bindu Kotnala" userId="95a7da5a0460c31f" providerId="LiveId" clId="{EAD388F9-B8E9-4F55-AD2C-5A0B9C1CBA1C}" dt="2026-08-16T07:21:17.657" v="555"/>
          <ac:grpSpMkLst>
            <pc:docMk/>
            <pc:sldMk cId="2427770304" sldId="273"/>
            <ac:grpSpMk id="2" creationId="{2E196EF9-112F-2782-ED49-09EF20C2D4F6}"/>
          </ac:grpSpMkLst>
        </pc:grpChg>
        <pc:grpChg chg="add mod">
          <ac:chgData name="Bindu Kotnala" userId="95a7da5a0460c31f" providerId="LiveId" clId="{EAD388F9-B8E9-4F55-AD2C-5A0B9C1CBA1C}" dt="2026-08-16T07:24:28.165" v="586"/>
          <ac:grpSpMkLst>
            <pc:docMk/>
            <pc:sldMk cId="2427770304" sldId="273"/>
            <ac:grpSpMk id="6" creationId="{FA853FEE-045D-3131-AF5B-6220DE284E9C}"/>
          </ac:grpSpMkLst>
        </pc:grpChg>
        <pc:picChg chg="add">
          <ac:chgData name="Bindu Kotnala" userId="95a7da5a0460c31f" providerId="LiveId" clId="{EAD388F9-B8E9-4F55-AD2C-5A0B9C1CBA1C}" dt="2026-08-16T07:25:01.745" v="595" actId="22"/>
          <ac:picMkLst>
            <pc:docMk/>
            <pc:sldMk cId="2427770304" sldId="273"/>
            <ac:picMk id="9" creationId="{93322575-30BF-4E3A-B2B7-71FA6DC9AF0D}"/>
          </ac:picMkLst>
        </pc:picChg>
      </pc:sldChg>
      <pc:sldChg chg="addSp modSp new mod">
        <pc:chgData name="Bindu Kotnala" userId="95a7da5a0460c31f" providerId="LiveId" clId="{EAD388F9-B8E9-4F55-AD2C-5A0B9C1CBA1C}" dt="2026-08-16T07:48:37.519" v="870" actId="12"/>
        <pc:sldMkLst>
          <pc:docMk/>
          <pc:sldMk cId="2378127703" sldId="274"/>
        </pc:sldMkLst>
        <pc:spChg chg="mod">
          <ac:chgData name="Bindu Kotnala" userId="95a7da5a0460c31f" providerId="LiveId" clId="{EAD388F9-B8E9-4F55-AD2C-5A0B9C1CBA1C}" dt="2026-08-16T07:27:03.740" v="618"/>
          <ac:spMkLst>
            <pc:docMk/>
            <pc:sldMk cId="2378127703" sldId="274"/>
            <ac:spMk id="3" creationId="{998E4C4A-5392-03AB-F979-2A0BCC395DC3}"/>
          </ac:spMkLst>
        </pc:spChg>
        <pc:spChg chg="mod">
          <ac:chgData name="Bindu Kotnala" userId="95a7da5a0460c31f" providerId="LiveId" clId="{EAD388F9-B8E9-4F55-AD2C-5A0B9C1CBA1C}" dt="2026-08-16T07:27:13.833" v="619"/>
          <ac:spMkLst>
            <pc:docMk/>
            <pc:sldMk cId="2378127703" sldId="274"/>
            <ac:spMk id="5" creationId="{7855B819-B1CD-BBD9-5C78-3CC6F68F5D7C}"/>
          </ac:spMkLst>
        </pc:spChg>
        <pc:spChg chg="mod">
          <ac:chgData name="Bindu Kotnala" userId="95a7da5a0460c31f" providerId="LiveId" clId="{EAD388F9-B8E9-4F55-AD2C-5A0B9C1CBA1C}" dt="2026-08-16T07:27:17.868" v="620"/>
          <ac:spMkLst>
            <pc:docMk/>
            <pc:sldMk cId="2378127703" sldId="274"/>
            <ac:spMk id="7" creationId="{32565710-A594-91AB-59F1-2075A1793071}"/>
          </ac:spMkLst>
        </pc:spChg>
        <pc:spChg chg="mod">
          <ac:chgData name="Bindu Kotnala" userId="95a7da5a0460c31f" providerId="LiveId" clId="{EAD388F9-B8E9-4F55-AD2C-5A0B9C1CBA1C}" dt="2026-08-16T07:27:24.219" v="621"/>
          <ac:spMkLst>
            <pc:docMk/>
            <pc:sldMk cId="2378127703" sldId="274"/>
            <ac:spMk id="9" creationId="{AE7AD502-BCF4-78C7-7967-3B075E0F7AC8}"/>
          </ac:spMkLst>
        </pc:spChg>
        <pc:spChg chg="add mod">
          <ac:chgData name="Bindu Kotnala" userId="95a7da5a0460c31f" providerId="LiveId" clId="{EAD388F9-B8E9-4F55-AD2C-5A0B9C1CBA1C}" dt="2026-08-16T07:29:10.444" v="655" actId="113"/>
          <ac:spMkLst>
            <pc:docMk/>
            <pc:sldMk cId="2378127703" sldId="274"/>
            <ac:spMk id="11" creationId="{45405C19-1945-96DF-246B-284D95A827EC}"/>
          </ac:spMkLst>
        </pc:spChg>
        <pc:spChg chg="add mod">
          <ac:chgData name="Bindu Kotnala" userId="95a7da5a0460c31f" providerId="LiveId" clId="{EAD388F9-B8E9-4F55-AD2C-5A0B9C1CBA1C}" dt="2026-08-16T07:48:37.519" v="870" actId="12"/>
          <ac:spMkLst>
            <pc:docMk/>
            <pc:sldMk cId="2378127703" sldId="274"/>
            <ac:spMk id="13" creationId="{7DD45BA6-1659-294C-BD04-B0F1D4533949}"/>
          </ac:spMkLst>
        </pc:spChg>
        <pc:spChg chg="add mod">
          <ac:chgData name="Bindu Kotnala" userId="95a7da5a0460c31f" providerId="LiveId" clId="{EAD388F9-B8E9-4F55-AD2C-5A0B9C1CBA1C}" dt="2026-08-16T07:29:44.933" v="660" actId="767"/>
          <ac:spMkLst>
            <pc:docMk/>
            <pc:sldMk cId="2378127703" sldId="274"/>
            <ac:spMk id="14" creationId="{AD398165-8D95-FAF6-9CE9-DA6BA9402DB5}"/>
          </ac:spMkLst>
        </pc:spChg>
        <pc:spChg chg="add mod">
          <ac:chgData name="Bindu Kotnala" userId="95a7da5a0460c31f" providerId="LiveId" clId="{EAD388F9-B8E9-4F55-AD2C-5A0B9C1CBA1C}" dt="2026-08-16T07:30:21.116" v="663" actId="208"/>
          <ac:spMkLst>
            <pc:docMk/>
            <pc:sldMk cId="2378127703" sldId="274"/>
            <ac:spMk id="15" creationId="{86F93033-05D2-AA8E-600B-0A33196EFFE2}"/>
          </ac:spMkLst>
        </pc:spChg>
        <pc:grpChg chg="add mod">
          <ac:chgData name="Bindu Kotnala" userId="95a7da5a0460c31f" providerId="LiveId" clId="{EAD388F9-B8E9-4F55-AD2C-5A0B9C1CBA1C}" dt="2026-08-16T07:27:03.740" v="618"/>
          <ac:grpSpMkLst>
            <pc:docMk/>
            <pc:sldMk cId="2378127703" sldId="274"/>
            <ac:grpSpMk id="2" creationId="{65F363DE-9F01-FF02-1D76-16B6C16A3FEC}"/>
          </ac:grpSpMkLst>
        </pc:grpChg>
        <pc:grpChg chg="add mod">
          <ac:chgData name="Bindu Kotnala" userId="95a7da5a0460c31f" providerId="LiveId" clId="{EAD388F9-B8E9-4F55-AD2C-5A0B9C1CBA1C}" dt="2026-08-16T07:27:13.833" v="619"/>
          <ac:grpSpMkLst>
            <pc:docMk/>
            <pc:sldMk cId="2378127703" sldId="274"/>
            <ac:grpSpMk id="4" creationId="{FF27EF31-7C6B-3D19-6369-D8878A2A4742}"/>
          </ac:grpSpMkLst>
        </pc:grpChg>
        <pc:grpChg chg="add mod">
          <ac:chgData name="Bindu Kotnala" userId="95a7da5a0460c31f" providerId="LiveId" clId="{EAD388F9-B8E9-4F55-AD2C-5A0B9C1CBA1C}" dt="2026-08-16T07:27:17.868" v="620"/>
          <ac:grpSpMkLst>
            <pc:docMk/>
            <pc:sldMk cId="2378127703" sldId="274"/>
            <ac:grpSpMk id="6" creationId="{D980EADF-5D91-4B59-166D-177CD614BF4D}"/>
          </ac:grpSpMkLst>
        </pc:grpChg>
        <pc:grpChg chg="add mod">
          <ac:chgData name="Bindu Kotnala" userId="95a7da5a0460c31f" providerId="LiveId" clId="{EAD388F9-B8E9-4F55-AD2C-5A0B9C1CBA1C}" dt="2026-08-16T07:27:24.219" v="621"/>
          <ac:grpSpMkLst>
            <pc:docMk/>
            <pc:sldMk cId="2378127703" sldId="274"/>
            <ac:grpSpMk id="8" creationId="{2C2F3721-30C9-6A62-9D88-9BCA3CBDE2BE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D86E-0EE9-4C07-AD75-29067768DACE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FA95B-5410-4E71-9A19-DC8DC67C7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9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FA95B-5410-4E71-9A19-DC8DC67C75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80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929"/>
            </a:solidFill>
          </p:spPr>
          <p:txBody>
            <a:bodyPr/>
            <a:lstStyle/>
            <a:p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VIRTUAL INTERNSHIP 7.0</a:t>
              </a:r>
              <a:endParaRPr lang="en-IN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095492" y="0"/>
            <a:ext cx="7206348" cy="10295039"/>
            <a:chOff x="0" y="0"/>
            <a:chExt cx="9608464" cy="137267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8439" cy="13726668"/>
            </a:xfrm>
            <a:custGeom>
              <a:avLst/>
              <a:gdLst/>
              <a:ahLst/>
              <a:cxnLst/>
              <a:rect l="l" t="t" r="r" b="b"/>
              <a:pathLst>
                <a:path w="9608439" h="13726668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991" y="2295735"/>
            <a:ext cx="11002782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3"/>
              </a:lnSpc>
            </a:pP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Threat Analytics Platform with Incident Visualization System </a:t>
            </a:r>
            <a:endParaRPr lang="en-US" sz="857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371600" y="7417386"/>
            <a:ext cx="3543148" cy="729682"/>
            <a:chOff x="0" y="0"/>
            <a:chExt cx="4724197" cy="97290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724146" cy="972947"/>
            </a:xfrm>
            <a:custGeom>
              <a:avLst/>
              <a:gdLst/>
              <a:ahLst/>
              <a:cxnLst/>
              <a:rect l="l" t="t" r="r" b="b"/>
              <a:pathLst>
                <a:path w="4724146" h="972947">
                  <a:moveTo>
                    <a:pt x="0" y="0"/>
                  </a:moveTo>
                  <a:lnTo>
                    <a:pt x="4724146" y="0"/>
                  </a:lnTo>
                  <a:lnTo>
                    <a:pt x="4724146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54" r="-1" b="-25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28600" y="8147096"/>
            <a:ext cx="6096000" cy="564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6"/>
              </a:lnSpc>
            </a:pPr>
            <a:r>
              <a:rPr lang="en-US" sz="2800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</a:t>
            </a:r>
            <a:r>
              <a:rPr lang="en-US" sz="2800" dirty="0">
                <a:solidFill>
                  <a:srgbClr val="D4AF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: Mrs. Nithyasri S J</a:t>
            </a:r>
          </a:p>
        </p:txBody>
      </p:sp>
      <p:pic>
        <p:nvPicPr>
          <p:cNvPr id="14" name="Picture 13" descr="Infosys Springboard | Bangalore">
            <a:extLst>
              <a:ext uri="{FF2B5EF4-FFF2-40B4-BE49-F238E27FC236}">
                <a16:creationId xmlns:a16="http://schemas.microsoft.com/office/drawing/2014/main" id="{470A7E60-8221-957B-1CC2-6FED569BD96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044964" y="571500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4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929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90800" y="114300"/>
            <a:ext cx="12595189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57"/>
              </a:lnSpc>
            </a:pPr>
            <a:r>
              <a:rPr lang="en-IN" sz="9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10499" b="1" dirty="0">
              <a:solidFill>
                <a:schemeClr val="accent6">
                  <a:lumMod val="40000"/>
                  <a:lumOff val="6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92991" y="2820954"/>
            <a:ext cx="16315868" cy="6437346"/>
            <a:chOff x="0" y="0"/>
            <a:chExt cx="21754490" cy="85831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4464" cy="8583024"/>
            </a:xfrm>
            <a:custGeom>
              <a:avLst/>
              <a:gdLst/>
              <a:ahLst/>
              <a:cxnLst/>
              <a:rect l="l" t="t" r="r" b="b"/>
              <a:pathLst>
                <a:path w="21754464" h="8583024">
                  <a:moveTo>
                    <a:pt x="0" y="643727"/>
                  </a:moveTo>
                  <a:cubicBezTo>
                    <a:pt x="0" y="288159"/>
                    <a:pt x="71120" y="0"/>
                    <a:pt x="158877" y="0"/>
                  </a:cubicBezTo>
                  <a:lnTo>
                    <a:pt x="21595587" y="0"/>
                  </a:lnTo>
                  <a:cubicBezTo>
                    <a:pt x="21683345" y="0"/>
                    <a:pt x="21754464" y="288159"/>
                    <a:pt x="21754464" y="643727"/>
                  </a:cubicBezTo>
                  <a:lnTo>
                    <a:pt x="21754464" y="7939298"/>
                  </a:lnTo>
                  <a:cubicBezTo>
                    <a:pt x="21754464" y="8294865"/>
                    <a:pt x="21683345" y="8583024"/>
                    <a:pt x="21595587" y="8583024"/>
                  </a:cubicBezTo>
                  <a:lnTo>
                    <a:pt x="158877" y="8583024"/>
                  </a:lnTo>
                  <a:cubicBezTo>
                    <a:pt x="71120" y="8583025"/>
                    <a:pt x="0" y="8294865"/>
                    <a:pt x="0" y="7939298"/>
                  </a:cubicBezTo>
                  <a:close/>
                </a:path>
              </a:pathLst>
            </a:custGeom>
            <a:solidFill>
              <a:srgbClr val="02234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81869" y="3272861"/>
            <a:ext cx="15558331" cy="623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and </a:t>
            </a:r>
            <a:r>
              <a:rPr lang="en-IN" sz="3600" dirty="0" err="1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global cybersecurity threat data from </a:t>
            </a:r>
            <a:r>
              <a:rPr lang="en-IN" sz="3600" b="1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2015–2024</a:t>
            </a: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clean, transform, and prepare cybersecurity data for accurate analysis.</a:t>
            </a:r>
          </a:p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</a:t>
            </a:r>
          </a:p>
          <a:p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IN" sz="3600" b="1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dashboards</a:t>
            </a: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KPIs, charts, maps, and other visualizations.</a:t>
            </a:r>
          </a:p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</a:t>
            </a:r>
          </a:p>
          <a:p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cybersecurity patterns related to </a:t>
            </a:r>
            <a:r>
              <a:rPr lang="en-IN" sz="3600" b="1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attacks, risks, vulnerabilities, financial losses, and affected users</a:t>
            </a: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ts val="5856"/>
              </a:lnSpc>
              <a:spcBef>
                <a:spcPct val="0"/>
              </a:spcBef>
            </a:pPr>
            <a:endParaRPr lang="en-US" sz="4183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Picture 10" descr="Infosys Springboard | Bangalore">
            <a:extLst>
              <a:ext uri="{FF2B5EF4-FFF2-40B4-BE49-F238E27FC236}">
                <a16:creationId xmlns:a16="http://schemas.microsoft.com/office/drawing/2014/main" id="{6156B001-2CFD-4F38-729F-5AC739DD06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185988" y="313197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533400" y="56698"/>
            <a:ext cx="17564100" cy="1198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32"/>
              </a:lnSpc>
            </a:pPr>
            <a:r>
              <a:rPr lang="en-IN" sz="6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US" sz="7200" b="1" dirty="0">
              <a:solidFill>
                <a:schemeClr val="accent6">
                  <a:lumMod val="40000"/>
                  <a:lumOff val="6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" name="Picture 8" descr="Infosys Springboard | Bangalore">
            <a:extLst>
              <a:ext uri="{FF2B5EF4-FFF2-40B4-BE49-F238E27FC236}">
                <a16:creationId xmlns:a16="http://schemas.microsoft.com/office/drawing/2014/main" id="{40DAB772-3ACF-D2A3-2135-499B83FFEA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087600" y="465909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460E04-3D90-C833-C663-FF1E22B296E9}"/>
              </a:ext>
            </a:extLst>
          </p:cNvPr>
          <p:cNvSpPr txBox="1"/>
          <p:nvPr/>
        </p:nvSpPr>
        <p:spPr>
          <a:xfrm>
            <a:off x="342900" y="3298371"/>
            <a:ext cx="17754600" cy="706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Problem Understanding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project objectives, cybersecurity requirements, dataset scope, and expected outcomes.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Collection &amp; Understanding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the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Cybersecurity Threats dataset (2015–2024)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studied its attributes, structure, and key cybersecurity parameters.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 Connection &amp; Preprocessing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dataset into Power BI and performed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transformation, filtering, and standardization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prepare reliable data.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 </a:t>
            </a:r>
            <a:r>
              <a:rPr lang="en-IN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the data model and developed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and calculated metrics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cybersecurity analysis.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Data Visualization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 interactive Power BI dashboards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KPI cards, charts, maps,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treemaps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tables, and other visualizations.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Analysis, Insights &amp; Publishing</a:t>
            </a:r>
          </a:p>
          <a:p>
            <a:pPr>
              <a:buNone/>
            </a:pP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patterns and trends, identified key insights, validated the results, and finalized the dashboards, report, and presentation.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0705AB-CC18-323A-CDD5-D8F26558B41F}"/>
              </a:ext>
            </a:extLst>
          </p:cNvPr>
          <p:cNvSpPr/>
          <p:nvPr/>
        </p:nvSpPr>
        <p:spPr>
          <a:xfrm>
            <a:off x="152400" y="3314700"/>
            <a:ext cx="17754600" cy="6858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28D11-F222-8705-FF2C-D82B86D73EEE}"/>
              </a:ext>
            </a:extLst>
          </p:cNvPr>
          <p:cNvSpPr txBox="1"/>
          <p:nvPr/>
        </p:nvSpPr>
        <p:spPr>
          <a:xfrm>
            <a:off x="342900" y="1447344"/>
            <a:ext cx="175641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</a:t>
            </a:r>
            <a:r>
              <a:rPr lang="en-IN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cybersecurity threat data using Power BI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workflow transforms raw data into meaningful visual insights through systematic data processing and dashboard development.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E6B9D5-E47E-3CF8-A152-484AD4A6A5D0}"/>
              </a:ext>
            </a:extLst>
          </p:cNvPr>
          <p:cNvSpPr/>
          <p:nvPr/>
        </p:nvSpPr>
        <p:spPr>
          <a:xfrm>
            <a:off x="0" y="3201670"/>
            <a:ext cx="18288001" cy="7085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Problem Understanding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project objectives, cybersecurity requirements, dataset scope, and expected outcomes.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Collection &amp; Understanding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the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Cybersecurity Threats dataset (2015–2024)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studied its attributes, structure, and key cybersecurity parameters.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 Connection &amp; Preprocessing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dataset into Power BI and performed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transformation, filtering, and standardization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prepare reliable data.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 </a:t>
            </a:r>
            <a:r>
              <a:rPr lang="en-IN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the data model and developed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and calculated metrics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cybersecurity analysis.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Data Visualization</a:t>
            </a:r>
          </a:p>
          <a:p>
            <a:pPr>
              <a:buNone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 interactive Power BI dashboards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KPI cards, charts, maps,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treemaps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tables, and other visualizations.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Analysis, Insights &amp; Publishing</a:t>
            </a:r>
          </a:p>
          <a:p>
            <a:pPr>
              <a:buNone/>
            </a:pP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patterns and trends, identified key insights, validated the results, and finalized the dashboards, report, and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214893" y="-8039"/>
            <a:ext cx="18516733" cy="10295039"/>
            <a:chOff x="0" y="0"/>
            <a:chExt cx="24688978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938" cy="13726668"/>
            </a:xfrm>
            <a:custGeom>
              <a:avLst/>
              <a:gdLst/>
              <a:ahLst/>
              <a:cxnLst/>
              <a:rect l="l" t="t" r="r" b="b"/>
              <a:pathLst>
                <a:path w="24688938" h="13726668">
                  <a:moveTo>
                    <a:pt x="0" y="0"/>
                  </a:moveTo>
                  <a:lnTo>
                    <a:pt x="24688938" y="0"/>
                  </a:lnTo>
                  <a:lnTo>
                    <a:pt x="246889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2234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5402" y="277508"/>
            <a:ext cx="15562798" cy="1505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777"/>
              </a:lnSpc>
              <a:spcBef>
                <a:spcPct val="0"/>
              </a:spcBef>
            </a:pPr>
            <a:r>
              <a:rPr lang="en-US" sz="9126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7153" y="2385290"/>
            <a:ext cx="4405511" cy="178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 dirty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19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</a:t>
            </a:r>
          </a:p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Understanding </a:t>
            </a:r>
          </a:p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82954" y="2910030"/>
            <a:ext cx="498773" cy="70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7"/>
              </a:lnSpc>
              <a:spcBef>
                <a:spcPct val="0"/>
              </a:spcBef>
            </a:pPr>
            <a:r>
              <a:rPr lang="en-US" sz="39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7660" y="2394815"/>
            <a:ext cx="4370319" cy="186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166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4383"/>
              </a:lnSpc>
              <a:spcBef>
                <a:spcPct val="0"/>
              </a:spcBef>
            </a:pPr>
            <a:r>
              <a:rPr lang="en-US" sz="3131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</a:t>
            </a:r>
          </a:p>
          <a:p>
            <a:pPr algn="ctr">
              <a:lnSpc>
                <a:spcPts val="4383"/>
              </a:lnSpc>
              <a:spcBef>
                <a:spcPct val="0"/>
              </a:spcBef>
            </a:pPr>
            <a:r>
              <a:rPr lang="en-US" sz="3131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Collection 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166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58400" y="2394815"/>
            <a:ext cx="4937026" cy="18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dirty="0">
                <a:solidFill>
                  <a:schemeClr val="bg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Understanding </a:t>
            </a:r>
          </a:p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87718" y="2910030"/>
            <a:ext cx="498773" cy="70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7"/>
              </a:lnSpc>
              <a:spcBef>
                <a:spcPct val="0"/>
              </a:spcBef>
            </a:pPr>
            <a:r>
              <a:rPr lang="en-US" sz="39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57965" y="4764905"/>
            <a:ext cx="4937026" cy="18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Connection </a:t>
            </a:r>
          </a:p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47660" y="4764905"/>
            <a:ext cx="4937026" cy="18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 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Preprocessing </a:t>
            </a:r>
          </a:p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14" name="TextBox 14"/>
          <p:cNvSpPr txBox="1"/>
          <p:nvPr/>
        </p:nvSpPr>
        <p:spPr>
          <a:xfrm rot="-10800000">
            <a:off x="5282954" y="5426824"/>
            <a:ext cx="498773" cy="70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7"/>
              </a:lnSpc>
              <a:spcBef>
                <a:spcPct val="0"/>
              </a:spcBef>
            </a:pPr>
            <a:r>
              <a:rPr lang="en-US" sz="39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882" y="4782824"/>
            <a:ext cx="4671140" cy="1836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80"/>
              </a:lnSpc>
              <a:spcBef>
                <a:spcPct val="0"/>
              </a:spcBef>
            </a:pPr>
            <a:r>
              <a:rPr lang="en-US" sz="2343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3980"/>
              </a:lnSpc>
              <a:spcBef>
                <a:spcPct val="0"/>
              </a:spcBef>
            </a:pPr>
            <a:r>
              <a:rPr lang="en-US" sz="2843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</a:t>
            </a:r>
          </a:p>
          <a:p>
            <a:pPr algn="ctr">
              <a:lnSpc>
                <a:spcPts val="3980"/>
              </a:lnSpc>
              <a:spcBef>
                <a:spcPct val="0"/>
              </a:spcBef>
            </a:pPr>
            <a:r>
              <a:rPr lang="en-US" sz="2843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Modeling </a:t>
            </a:r>
          </a:p>
          <a:p>
            <a:pPr algn="ctr">
              <a:lnSpc>
                <a:spcPts val="3280"/>
              </a:lnSpc>
              <a:spcBef>
                <a:spcPct val="0"/>
              </a:spcBef>
            </a:pPr>
            <a:r>
              <a:rPr lang="en-US" sz="2343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6551" y="7511910"/>
            <a:ext cx="4577755" cy="184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31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2912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2912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Visualization</a:t>
            </a:r>
            <a:r>
              <a:rPr lang="en-US" sz="2912" dirty="0">
                <a:solidFill>
                  <a:schemeClr val="bg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31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00078" y="7511910"/>
            <a:ext cx="4937026" cy="18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┌────────────────────┐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Share / Publish </a:t>
            </a:r>
          </a:p>
          <a:p>
            <a:pPr algn="ctr">
              <a:lnSpc>
                <a:spcPts val="4052"/>
              </a:lnSpc>
              <a:spcBef>
                <a:spcPct val="0"/>
              </a:spcBef>
            </a:pPr>
            <a:r>
              <a:rPr lang="en-US" sz="2894" b="1" dirty="0">
                <a:solidFill>
                  <a:schemeClr val="bg2">
                    <a:lumMod val="75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Report </a:t>
            </a:r>
          </a:p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49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└────────────────────┘</a:t>
            </a:r>
          </a:p>
        </p:txBody>
      </p:sp>
      <p:sp>
        <p:nvSpPr>
          <p:cNvPr id="18" name="TextBox 18"/>
          <p:cNvSpPr txBox="1"/>
          <p:nvPr/>
        </p:nvSpPr>
        <p:spPr>
          <a:xfrm rot="-10800000">
            <a:off x="11037104" y="5445086"/>
            <a:ext cx="498773" cy="70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7"/>
              </a:lnSpc>
              <a:spcBef>
                <a:spcPct val="0"/>
              </a:spcBef>
            </a:pPr>
            <a:r>
              <a:rPr lang="en-US" sz="39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92805" y="8061050"/>
            <a:ext cx="498773" cy="70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7"/>
              </a:lnSpc>
              <a:spcBef>
                <a:spcPct val="0"/>
              </a:spcBef>
            </a:pPr>
            <a:r>
              <a:rPr lang="en-US" sz="39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id="20" name="TextBox 20"/>
          <p:cNvSpPr txBox="1"/>
          <p:nvPr/>
        </p:nvSpPr>
        <p:spPr>
          <a:xfrm rot="5400000">
            <a:off x="13843219" y="4205906"/>
            <a:ext cx="498773" cy="70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7"/>
              </a:lnSpc>
              <a:spcBef>
                <a:spcPct val="0"/>
              </a:spcBef>
            </a:pPr>
            <a:r>
              <a:rPr lang="en-US" sz="39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sp>
        <p:nvSpPr>
          <p:cNvPr id="21" name="TextBox 21"/>
          <p:cNvSpPr txBox="1"/>
          <p:nvPr/>
        </p:nvSpPr>
        <p:spPr>
          <a:xfrm rot="5400000">
            <a:off x="2498430" y="6738980"/>
            <a:ext cx="498773" cy="70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7"/>
              </a:lnSpc>
              <a:spcBef>
                <a:spcPct val="0"/>
              </a:spcBef>
            </a:pPr>
            <a:r>
              <a:rPr lang="en-US" sz="39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</a:p>
        </p:txBody>
      </p:sp>
      <p:pic>
        <p:nvPicPr>
          <p:cNvPr id="23" name="Picture 22" descr="Infosys Springboard | Bangalore">
            <a:extLst>
              <a:ext uri="{FF2B5EF4-FFF2-40B4-BE49-F238E27FC236}">
                <a16:creationId xmlns:a16="http://schemas.microsoft.com/office/drawing/2014/main" id="{47BC8010-405E-D06C-5F6D-0A5618BF8C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417383" y="277508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9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2400" y="0"/>
            <a:ext cx="10388896" cy="3193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346"/>
              </a:lnSpc>
            </a:pPr>
            <a:r>
              <a:rPr lang="en-IN" sz="4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VISUALIZATIONS / COMPONENTS USED</a:t>
            </a:r>
          </a:p>
          <a:p>
            <a:pPr algn="l">
              <a:lnSpc>
                <a:spcPts val="8346"/>
              </a:lnSpc>
            </a:pPr>
            <a:endParaRPr lang="en-US" sz="838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1095492" y="0"/>
            <a:ext cx="7206348" cy="10295039"/>
            <a:chOff x="0" y="0"/>
            <a:chExt cx="9608464" cy="1372671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9608439" cy="13726668"/>
            </a:xfrm>
            <a:custGeom>
              <a:avLst/>
              <a:gdLst/>
              <a:ahLst/>
              <a:cxnLst/>
              <a:rect l="l" t="t" r="r" b="b"/>
              <a:pathLst>
                <a:path w="9608439" h="13726668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3" descr="Infosys Springboard | Bangalore">
            <a:extLst>
              <a:ext uri="{FF2B5EF4-FFF2-40B4-BE49-F238E27FC236}">
                <a16:creationId xmlns:a16="http://schemas.microsoft.com/office/drawing/2014/main" id="{14EDBE2C-18B8-5E2D-7706-581768F84B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392400" y="342900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8648961-3059-E562-90E2-8C119F74C2CC}"/>
              </a:ext>
            </a:extLst>
          </p:cNvPr>
          <p:cNvSpPr txBox="1"/>
          <p:nvPr/>
        </p:nvSpPr>
        <p:spPr>
          <a:xfrm>
            <a:off x="152400" y="2324099"/>
            <a:ext cx="112776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key metrics such as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Incidents, Financial Loss, Affected Users, and Average Resolution Time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quick analysis.</a:t>
            </a:r>
          </a:p>
          <a:p>
            <a:pPr>
              <a:buNone/>
            </a:pPr>
            <a:r>
              <a:rPr lang="en-IN" sz="24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incidents, financial losses, attack types, industries, and risk levels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categories.</a:t>
            </a:r>
          </a:p>
          <a:p>
            <a:pPr>
              <a:buNone/>
            </a:pPr>
            <a:r>
              <a:rPr lang="en-IN" sz="24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Charts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year-wise cybersecurity trends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including changes in attack frequency, financial losses, and high-risk incidents over time.</a:t>
            </a:r>
          </a:p>
          <a:p>
            <a:pPr>
              <a:buNone/>
            </a:pPr>
            <a:r>
              <a:rPr lang="en-IN" sz="24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Donut Charts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 distribution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risk levels, attack sources, industries, and country-wise financial losses.</a:t>
            </a:r>
          </a:p>
          <a:p>
            <a:pPr>
              <a:buNone/>
            </a:pPr>
            <a:r>
              <a:rPr lang="en-IN" sz="2400" b="1" u="sng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Treemaps</a:t>
            </a:r>
            <a:endParaRPr lang="en-IN" sz="2400" b="1" u="sng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visual comparison of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high-risk incidents, industry impact, and country-wise cybersecurity activity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relative size.</a:t>
            </a:r>
          </a:p>
          <a:p>
            <a:pPr>
              <a:buNone/>
            </a:pPr>
            <a:r>
              <a:rPr lang="en-IN" sz="24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distribution of cyber attacks and affected users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countries.</a:t>
            </a:r>
          </a:p>
          <a:p>
            <a:pPr>
              <a:buNone/>
            </a:pPr>
            <a:r>
              <a:rPr lang="en-IN" sz="24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/ Matrix</a:t>
            </a: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detailed comparisons of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loss, resolution time, attack types, industries, countries, and risk levels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929"/>
            </a:solidFill>
          </p:spPr>
          <p:txBody>
            <a:bodyPr/>
            <a:lstStyle/>
            <a:p>
              <a:pPr algn="ctr"/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3401" y="230241"/>
            <a:ext cx="18516600" cy="1130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517"/>
              </a:lnSpc>
            </a:pPr>
            <a:r>
              <a:rPr lang="en-IN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EXECUTION MILESTONES</a:t>
            </a:r>
            <a:endParaRPr lang="en-US" sz="6600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6" name="Picture 15" descr="Infosys Springboard | Bangalore">
            <a:extLst>
              <a:ext uri="{FF2B5EF4-FFF2-40B4-BE49-F238E27FC236}">
                <a16:creationId xmlns:a16="http://schemas.microsoft.com/office/drawing/2014/main" id="{23CCE4CF-4AFC-02B9-9F32-328EB4756D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954343" y="230241"/>
            <a:ext cx="1850991" cy="5749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58C99CB-D918-26FF-7BB9-0CD178F8CCB5}"/>
              </a:ext>
            </a:extLst>
          </p:cNvPr>
          <p:cNvSpPr/>
          <p:nvPr/>
        </p:nvSpPr>
        <p:spPr>
          <a:xfrm>
            <a:off x="533400" y="1790700"/>
            <a:ext cx="8001000" cy="29952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Problem Understanding &amp; Data Preprocessing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project requirements and cybersecurity dataset, followed by data cleaning, transformation, and preprocessing.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D8908D-CC9E-2BF6-8C17-7FF54F762C92}"/>
              </a:ext>
            </a:extLst>
          </p:cNvPr>
          <p:cNvSpPr/>
          <p:nvPr/>
        </p:nvSpPr>
        <p:spPr>
          <a:xfrm>
            <a:off x="9176305" y="1769533"/>
            <a:ext cx="8001000" cy="29952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Development of Dashboards 1 &amp; 2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first two Power BI dashboards focusing on overall cybersecurity trends, attack types, sources, and risk distribution.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BA91FB-8E53-A102-040A-A2C8D294B825}"/>
              </a:ext>
            </a:extLst>
          </p:cNvPr>
          <p:cNvSpPr/>
          <p:nvPr/>
        </p:nvSpPr>
        <p:spPr>
          <a:xfrm>
            <a:off x="533400" y="5841975"/>
            <a:ext cx="8001000" cy="29952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 – Development of Dashboards 3, 4 &amp; 5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dashboards focusing 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risk profiles, country-level analysis, vulnerabilities, and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9A03CA-43CD-845E-A5EA-7936E0265D7D}"/>
              </a:ext>
            </a:extLst>
          </p:cNvPr>
          <p:cNvSpPr/>
          <p:nvPr/>
        </p:nvSpPr>
        <p:spPr>
          <a:xfrm>
            <a:off x="9200144" y="5841974"/>
            <a:ext cx="8001000" cy="29952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4 – Development of Dashboards 6 &amp; 7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&amp; Financial Impact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Radar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dashboards to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high-risk incidents, financial impact, trends, and emerging cybersecurity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9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095492" y="0"/>
            <a:ext cx="7206348" cy="10295039"/>
            <a:chOff x="0" y="0"/>
            <a:chExt cx="9608464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8439" cy="13726668"/>
            </a:xfrm>
            <a:custGeom>
              <a:avLst/>
              <a:gdLst/>
              <a:ahLst/>
              <a:cxnLst/>
              <a:rect l="l" t="t" r="r" b="b"/>
              <a:pathLst>
                <a:path w="9608439" h="13726668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105907" y="-342900"/>
            <a:ext cx="11201399" cy="1368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057"/>
              </a:lnSpc>
              <a:spcBef>
                <a:spcPct val="0"/>
              </a:spcBef>
            </a:pPr>
            <a:r>
              <a:rPr lang="en-IN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RESOLUTIONS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4" name="Picture 13" descr="Infosys Springboard | Bangalore">
            <a:extLst>
              <a:ext uri="{FF2B5EF4-FFF2-40B4-BE49-F238E27FC236}">
                <a16:creationId xmlns:a16="http://schemas.microsoft.com/office/drawing/2014/main" id="{6DB4BBEF-7EE9-B743-A79B-0C214FB61DB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392400" y="342900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2EC6B5-317A-F8E8-A1C6-7924016F0D81}"/>
              </a:ext>
            </a:extLst>
          </p:cNvPr>
          <p:cNvSpPr txBox="1"/>
          <p:nvPr/>
        </p:nvSpPr>
        <p:spPr>
          <a:xfrm>
            <a:off x="304800" y="1790700"/>
            <a:ext cx="11201399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Inconsistency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IN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contained inconsistent values and formats that could affect analysis.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 values, cleaned the dataset, and applied appropriate transformations before visualization.</a:t>
            </a: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Handling Large and Complex Data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IN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contained multiple attributes related to attacks, countries, industries, and risk levels.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Power BI data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filters, and DAX measures to organize and </a:t>
            </a:r>
            <a:r>
              <a:rPr lang="en-I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data efficiently.</a:t>
            </a: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Designing Effective Visualizations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IN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suitable visualizations for different cybersecurity metrics was challenging.</a:t>
            </a:r>
          </a:p>
          <a:p>
            <a:pPr>
              <a:buNone/>
            </a:pPr>
            <a:r>
              <a:rPr lang="en-IN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appropriate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KPIs, bar charts, line charts, maps, </a:t>
            </a:r>
            <a:r>
              <a:rPr lang="en-IN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treemaps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donut charts, and tables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analytical requirement.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9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700664"/>
            <a:ext cx="10972800" cy="3671436"/>
            <a:chOff x="-714388" y="-1493720"/>
            <a:chExt cx="16659211" cy="5535128"/>
          </a:xfrm>
        </p:grpSpPr>
        <p:sp>
          <p:nvSpPr>
            <p:cNvPr id="7" name="Freeform 7"/>
            <p:cNvSpPr/>
            <p:nvPr/>
          </p:nvSpPr>
          <p:spPr>
            <a:xfrm>
              <a:off x="-714388" y="-1493720"/>
              <a:ext cx="16659211" cy="5535128"/>
            </a:xfrm>
            <a:custGeom>
              <a:avLst/>
              <a:gdLst/>
              <a:ahLst/>
              <a:cxnLst/>
              <a:rect l="l" t="t" r="r" b="b"/>
              <a:pathLst>
                <a:path w="21754464" h="8583024">
                  <a:moveTo>
                    <a:pt x="0" y="643727"/>
                  </a:moveTo>
                  <a:cubicBezTo>
                    <a:pt x="0" y="288159"/>
                    <a:pt x="71120" y="0"/>
                    <a:pt x="158877" y="0"/>
                  </a:cubicBezTo>
                  <a:lnTo>
                    <a:pt x="21595587" y="0"/>
                  </a:lnTo>
                  <a:cubicBezTo>
                    <a:pt x="21683345" y="0"/>
                    <a:pt x="21754464" y="288159"/>
                    <a:pt x="21754464" y="643727"/>
                  </a:cubicBezTo>
                  <a:lnTo>
                    <a:pt x="21754464" y="7939298"/>
                  </a:lnTo>
                  <a:cubicBezTo>
                    <a:pt x="21754464" y="8294865"/>
                    <a:pt x="21683345" y="8583024"/>
                    <a:pt x="21595587" y="8583024"/>
                  </a:cubicBezTo>
                  <a:lnTo>
                    <a:pt x="158877" y="8583024"/>
                  </a:lnTo>
                  <a:cubicBezTo>
                    <a:pt x="71120" y="8583025"/>
                    <a:pt x="0" y="8294865"/>
                    <a:pt x="0" y="7939298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2681852" y="-190499"/>
            <a:ext cx="16315847" cy="1375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777"/>
              </a:lnSpc>
              <a:spcBef>
                <a:spcPct val="0"/>
              </a:spcBef>
            </a:pPr>
            <a:r>
              <a:rPr lang="en-IN" sz="4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 &amp; SKILLS ACQUIRED</a:t>
            </a:r>
            <a:endParaRPr lang="en-US" sz="4800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1" name="Picture 10" descr="Infosys Springboard | Bangalore">
            <a:extLst>
              <a:ext uri="{FF2B5EF4-FFF2-40B4-BE49-F238E27FC236}">
                <a16:creationId xmlns:a16="http://schemas.microsoft.com/office/drawing/2014/main" id="{3708A423-C8ED-26B0-F9CC-1F5D4E9573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468600" y="466274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Freeform 7">
            <a:extLst>
              <a:ext uri="{FF2B5EF4-FFF2-40B4-BE49-F238E27FC236}">
                <a16:creationId xmlns:a16="http://schemas.microsoft.com/office/drawing/2014/main" id="{F52755F1-A10E-064A-F1D7-9D33D1C127C7}"/>
              </a:ext>
            </a:extLst>
          </p:cNvPr>
          <p:cNvSpPr/>
          <p:nvPr/>
        </p:nvSpPr>
        <p:spPr>
          <a:xfrm>
            <a:off x="457200" y="5812110"/>
            <a:ext cx="10972800" cy="3671436"/>
          </a:xfrm>
          <a:custGeom>
            <a:avLst/>
            <a:gdLst/>
            <a:ahLst/>
            <a:cxnLst/>
            <a:rect l="l" t="t" r="r" b="b"/>
            <a:pathLst>
              <a:path w="21754464" h="8583024">
                <a:moveTo>
                  <a:pt x="0" y="643727"/>
                </a:moveTo>
                <a:cubicBezTo>
                  <a:pt x="0" y="288159"/>
                  <a:pt x="71120" y="0"/>
                  <a:pt x="158877" y="0"/>
                </a:cubicBezTo>
                <a:lnTo>
                  <a:pt x="21595587" y="0"/>
                </a:lnTo>
                <a:cubicBezTo>
                  <a:pt x="21683345" y="0"/>
                  <a:pt x="21754464" y="288159"/>
                  <a:pt x="21754464" y="643727"/>
                </a:cubicBezTo>
                <a:lnTo>
                  <a:pt x="21754464" y="7939298"/>
                </a:lnTo>
                <a:cubicBezTo>
                  <a:pt x="21754464" y="8294865"/>
                  <a:pt x="21683345" y="8583024"/>
                  <a:pt x="21595587" y="8583024"/>
                </a:cubicBezTo>
                <a:lnTo>
                  <a:pt x="158877" y="8583024"/>
                </a:lnTo>
                <a:cubicBezTo>
                  <a:pt x="71120" y="8583025"/>
                  <a:pt x="0" y="8294865"/>
                  <a:pt x="0" y="7939298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Thinking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&amp; Presentation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390C9D22-68A3-B272-4905-A03D674964CB}"/>
              </a:ext>
            </a:extLst>
          </p:cNvPr>
          <p:cNvSpPr/>
          <p:nvPr/>
        </p:nvSpPr>
        <p:spPr>
          <a:xfrm>
            <a:off x="11582400" y="4287568"/>
            <a:ext cx="6553200" cy="3049083"/>
          </a:xfrm>
          <a:custGeom>
            <a:avLst/>
            <a:gdLst/>
            <a:ahLst/>
            <a:cxnLst/>
            <a:rect l="l" t="t" r="r" b="b"/>
            <a:pathLst>
              <a:path w="21754464" h="8583024">
                <a:moveTo>
                  <a:pt x="0" y="643727"/>
                </a:moveTo>
                <a:cubicBezTo>
                  <a:pt x="0" y="288159"/>
                  <a:pt x="71120" y="0"/>
                  <a:pt x="158877" y="0"/>
                </a:cubicBezTo>
                <a:lnTo>
                  <a:pt x="21595587" y="0"/>
                </a:lnTo>
                <a:cubicBezTo>
                  <a:pt x="21683345" y="0"/>
                  <a:pt x="21754464" y="288159"/>
                  <a:pt x="21754464" y="643727"/>
                </a:cubicBezTo>
                <a:lnTo>
                  <a:pt x="21754464" y="7939298"/>
                </a:lnTo>
                <a:cubicBezTo>
                  <a:pt x="21754464" y="8294865"/>
                  <a:pt x="21683345" y="8583024"/>
                  <a:pt x="21595587" y="8583024"/>
                </a:cubicBezTo>
                <a:lnTo>
                  <a:pt x="158877" y="8583024"/>
                </a:lnTo>
                <a:cubicBezTo>
                  <a:pt x="71120" y="8583025"/>
                  <a:pt x="0" y="8294865"/>
                  <a:pt x="0" y="7939298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Learning / Experience</a:t>
            </a:r>
          </a:p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transforming raw cybersecurity data into interactive dashboards and meaningful analytical insights for data-driven decision-making</a:t>
            </a:r>
            <a:r>
              <a:rPr lang="en-IN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37015-E5CB-985F-55A3-71247FAF2FFC}"/>
              </a:ext>
            </a:extLst>
          </p:cNvPr>
          <p:cNvSpPr txBox="1"/>
          <p:nvPr/>
        </p:nvSpPr>
        <p:spPr>
          <a:xfrm>
            <a:off x="609600" y="2019300"/>
            <a:ext cx="126026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&amp; Dashboard Development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&amp; Data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&amp;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2E196EF9-112F-2782-ED49-09EF20C2D4F6}"/>
              </a:ext>
            </a:extLst>
          </p:cNvPr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43387DA-674A-7965-4C1D-3F3641EA2F27}"/>
                </a:ext>
              </a:extLst>
            </p:cNvPr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2234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9F1F70A-CB88-DB35-1D34-4B9D1C6CC737}"/>
              </a:ext>
            </a:extLst>
          </p:cNvPr>
          <p:cNvSpPr txBox="1"/>
          <p:nvPr/>
        </p:nvSpPr>
        <p:spPr>
          <a:xfrm>
            <a:off x="4191000" y="800100"/>
            <a:ext cx="9829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A853FEE-045D-3131-AF5B-6220DE284E9C}"/>
              </a:ext>
            </a:extLst>
          </p:cNvPr>
          <p:cNvGrpSpPr/>
          <p:nvPr/>
        </p:nvGrpSpPr>
        <p:grpSpPr>
          <a:xfrm>
            <a:off x="1375892" y="2396697"/>
            <a:ext cx="15536215" cy="6937803"/>
            <a:chOff x="0" y="0"/>
            <a:chExt cx="21792616" cy="917902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BE33-099D-37B3-44A5-F6B8163B4C12}"/>
                </a:ext>
              </a:extLst>
            </p:cNvPr>
            <p:cNvSpPr/>
            <p:nvPr/>
          </p:nvSpPr>
          <p:spPr>
            <a:xfrm>
              <a:off x="0" y="0"/>
              <a:ext cx="21792564" cy="9178731"/>
            </a:xfrm>
            <a:custGeom>
              <a:avLst/>
              <a:gdLst/>
              <a:ahLst/>
              <a:cxnLst/>
              <a:rect l="l" t="t" r="r" b="b"/>
              <a:pathLst>
                <a:path w="21792564" h="9178731">
                  <a:moveTo>
                    <a:pt x="0" y="673604"/>
                  </a:moveTo>
                  <a:cubicBezTo>
                    <a:pt x="0" y="301596"/>
                    <a:pt x="65278" y="0"/>
                    <a:pt x="145796" y="0"/>
                  </a:cubicBezTo>
                  <a:lnTo>
                    <a:pt x="21646769" y="0"/>
                  </a:lnTo>
                  <a:cubicBezTo>
                    <a:pt x="21727286" y="0"/>
                    <a:pt x="21792564" y="301596"/>
                    <a:pt x="21792564" y="673604"/>
                  </a:cubicBezTo>
                  <a:lnTo>
                    <a:pt x="21792564" y="8505127"/>
                  </a:lnTo>
                  <a:cubicBezTo>
                    <a:pt x="21792564" y="8877135"/>
                    <a:pt x="21727286" y="9178731"/>
                    <a:pt x="21646769" y="9178731"/>
                  </a:cubicBezTo>
                  <a:lnTo>
                    <a:pt x="145796" y="9178731"/>
                  </a:lnTo>
                  <a:cubicBezTo>
                    <a:pt x="65278" y="9178731"/>
                    <a:pt x="0" y="8877135"/>
                    <a:pt x="0" y="8505127"/>
                  </a:cubicBezTo>
                  <a:close/>
                </a:path>
              </a:pathLst>
            </a:custGeom>
            <a:solidFill>
              <a:srgbClr val="0A1929"/>
            </a:solidFill>
            <a:ln w="28597" cap="sq">
              <a:solidFill>
                <a:srgbClr val="D4AF3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 descr="Infosys Springboard | Bangalore">
            <a:extLst>
              <a:ext uri="{FF2B5EF4-FFF2-40B4-BE49-F238E27FC236}">
                <a16:creationId xmlns:a16="http://schemas.microsoft.com/office/drawing/2014/main" id="{93322575-30BF-4E3A-B2B7-71FA6DC9AF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392400" y="466829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2542E8-103A-75B2-C7D3-CCC723A868A1}"/>
              </a:ext>
            </a:extLst>
          </p:cNvPr>
          <p:cNvSpPr txBox="1"/>
          <p:nvPr/>
        </p:nvSpPr>
        <p:spPr>
          <a:xfrm>
            <a:off x="1981200" y="2921778"/>
            <a:ext cx="14325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cybersecurity data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threat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attack prediction and anomaly detection.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alerts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high-risk cybersecurity incidents.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advanced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 and predictive analytics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future threats. </a:t>
            </a:r>
          </a:p>
          <a:p>
            <a:pPr>
              <a:buNone/>
            </a:pPr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recorded the highest number of high-risk incidents.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Hacker Groups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showed the highest average financial loss per incident.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Medium-risk incidents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formed the largest proportion of recorded incidents.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770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D980EADF-5D91-4B59-166D-177CD614BF4D}"/>
              </a:ext>
            </a:extLst>
          </p:cNvPr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32565710-A594-91AB-59F1-2075A1793071}"/>
                </a:ext>
              </a:extLst>
            </p:cNvPr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9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2C2F3721-30C9-6A62-9D88-9BCA3CBDE2BE}"/>
              </a:ext>
            </a:extLst>
          </p:cNvPr>
          <p:cNvGrpSpPr/>
          <p:nvPr/>
        </p:nvGrpSpPr>
        <p:grpSpPr>
          <a:xfrm>
            <a:off x="11095492" y="0"/>
            <a:ext cx="7206348" cy="10295039"/>
            <a:chOff x="0" y="0"/>
            <a:chExt cx="9608464" cy="13726719"/>
          </a:xfrm>
        </p:grpSpPr>
        <p:sp>
          <p:nvSpPr>
            <p:cNvPr id="9" name="Freeform 7" descr="preencoded.png">
              <a:extLst>
                <a:ext uri="{FF2B5EF4-FFF2-40B4-BE49-F238E27FC236}">
                  <a16:creationId xmlns:a16="http://schemas.microsoft.com/office/drawing/2014/main" id="{AE7AD502-BCF4-78C7-7967-3B075E0F7AC8}"/>
                </a:ext>
              </a:extLst>
            </p:cNvPr>
            <p:cNvSpPr/>
            <p:nvPr/>
          </p:nvSpPr>
          <p:spPr>
            <a:xfrm>
              <a:off x="0" y="0"/>
              <a:ext cx="9608439" cy="13726668"/>
            </a:xfrm>
            <a:custGeom>
              <a:avLst/>
              <a:gdLst/>
              <a:ahLst/>
              <a:cxnLst/>
              <a:rect l="l" t="t" r="r" b="b"/>
              <a:pathLst>
                <a:path w="9608439" h="13726668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5405C19-1945-96DF-246B-284D95A827EC}"/>
              </a:ext>
            </a:extLst>
          </p:cNvPr>
          <p:cNvSpPr txBox="1"/>
          <p:nvPr/>
        </p:nvSpPr>
        <p:spPr>
          <a:xfrm>
            <a:off x="1828800" y="419101"/>
            <a:ext cx="120464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D45BA6-1659-294C-BD04-B0F1D4533949}"/>
              </a:ext>
            </a:extLst>
          </p:cNvPr>
          <p:cNvSpPr txBox="1"/>
          <p:nvPr/>
        </p:nvSpPr>
        <p:spPr>
          <a:xfrm>
            <a:off x="381000" y="2552700"/>
            <a:ext cx="11201399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Cyber Threat Analytics Platform With Incident Visualization System successfully transformed global cybersecurity threat data into seven interactive Power BI dashboards.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provided practical experience in data preprocessing, </a:t>
            </a:r>
            <a:r>
              <a:rPr lang="en-IN" sz="3600" dirty="0" err="1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DAX, visualization, and cybersecurity analytics.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dashboards helped identify important patterns related to attack types, risk levels, vulnerabilities, financial losses, affected users, industries, and countries.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 analytics and visualization can support cybersecurity monitoring, risk assessment, and informed decision-making.</a:t>
            </a:r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86F93033-05D2-AA8E-600B-0A33196EFFE2}"/>
              </a:ext>
            </a:extLst>
          </p:cNvPr>
          <p:cNvSpPr/>
          <p:nvPr/>
        </p:nvSpPr>
        <p:spPr>
          <a:xfrm>
            <a:off x="381000" y="2324100"/>
            <a:ext cx="11201399" cy="7543799"/>
          </a:xfrm>
          <a:prstGeom prst="snip1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12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2234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40385" y="723900"/>
            <a:ext cx="16452215" cy="1374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37"/>
              </a:lnSpc>
              <a:spcBef>
                <a:spcPct val="0"/>
              </a:spcBef>
            </a:pPr>
            <a:r>
              <a:rPr lang="en-IN" sz="5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 AND REFERENCES</a:t>
            </a:r>
            <a:endParaRPr lang="en-US" sz="5400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1" name="Picture 10" descr="Infosys Springboard | Bangalore">
            <a:extLst>
              <a:ext uri="{FF2B5EF4-FFF2-40B4-BE49-F238E27FC236}">
                <a16:creationId xmlns:a16="http://schemas.microsoft.com/office/drawing/2014/main" id="{6135DCE5-472F-6F3B-909A-BA7A00A9F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392400" y="466829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18068B5D-F65D-AC6E-D1C0-685C3B599645}"/>
              </a:ext>
            </a:extLst>
          </p:cNvPr>
          <p:cNvSpPr/>
          <p:nvPr/>
        </p:nvSpPr>
        <p:spPr>
          <a:xfrm>
            <a:off x="838200" y="2933700"/>
            <a:ext cx="7467600" cy="6629400"/>
          </a:xfrm>
          <a:prstGeom prst="round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would like to express my sincere gratitude to:</a:t>
            </a:r>
          </a:p>
          <a:p>
            <a:endParaRPr lang="en-IN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 </a:t>
            </a:r>
            <a:r>
              <a:rPr lang="en-IN" sz="2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SpringBoard</a:t>
            </a:r>
            <a:r>
              <a:rPr lang="en-IN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Team</a:t>
            </a:r>
            <a:r>
              <a:rPr lang="en-IN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providing the internship opportunity and learning environment.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Nithyasri S J</a:t>
            </a:r>
            <a:r>
              <a:rPr lang="en-IN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our mentor, for her continuous guidance, support, and valuable feedback throughout the project.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–</a:t>
            </a:r>
            <a:r>
              <a:rPr lang="en-IN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Janani G K, Nandana N Nair, Himanshu Kumar Soni, Gohitha Meghana N, and Narayani </a:t>
            </a:r>
            <a:r>
              <a:rPr lang="en-IN" sz="2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Kantamreddy</a:t>
            </a:r>
            <a:r>
              <a:rPr lang="en-IN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their cooperation and teamwork.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7E6D8E20-648B-40C7-6C02-EDA2872C3C77}"/>
              </a:ext>
            </a:extLst>
          </p:cNvPr>
          <p:cNvSpPr/>
          <p:nvPr/>
        </p:nvSpPr>
        <p:spPr>
          <a:xfrm>
            <a:off x="9646205" y="2821959"/>
            <a:ext cx="7467600" cy="6629400"/>
          </a:xfrm>
          <a:prstGeom prst="round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sz="40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Cybersecurity Threats Dataset (2015–2024)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DAX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84704" y="2463705"/>
            <a:ext cx="9010788" cy="501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15"/>
              </a:lnSpc>
              <a:spcBef>
                <a:spcPct val="0"/>
              </a:spcBef>
            </a:pPr>
            <a:r>
              <a:rPr lang="en-US" sz="14225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095492" y="0"/>
            <a:ext cx="7206348" cy="10295039"/>
            <a:chOff x="0" y="0"/>
            <a:chExt cx="9608464" cy="13726719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9608439" cy="13726668"/>
            </a:xfrm>
            <a:custGeom>
              <a:avLst/>
              <a:gdLst/>
              <a:ahLst/>
              <a:cxnLst/>
              <a:rect l="l" t="t" r="r" b="b"/>
              <a:pathLst>
                <a:path w="9608439" h="13726668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6" name="Picture 5" descr="Infosys Springboard | Bangalore">
            <a:extLst>
              <a:ext uri="{FF2B5EF4-FFF2-40B4-BE49-F238E27FC236}">
                <a16:creationId xmlns:a16="http://schemas.microsoft.com/office/drawing/2014/main" id="{7DE92844-9B7C-28F3-E4E8-37DD7EF73E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20246" r="10080" b="28525"/>
          <a:stretch>
            <a:fillRect/>
          </a:stretch>
        </p:blipFill>
        <p:spPr bwMode="auto">
          <a:xfrm>
            <a:off x="15087600" y="419100"/>
            <a:ext cx="2355215" cy="731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1211</Words>
  <Application>Microsoft Office PowerPoint</Application>
  <PresentationFormat>Custom</PresentationFormat>
  <Paragraphs>157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Times New Roman</vt:lpstr>
      <vt:lpstr>Arial</vt:lpstr>
      <vt:lpstr>Wingdings</vt:lpstr>
      <vt:lpstr>Aptos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Threat Incident Analytics and Security Visualization Framework</dc:title>
  <cp:lastModifiedBy>Bindu Kotnala</cp:lastModifiedBy>
  <cp:revision>4</cp:revision>
  <dcterms:created xsi:type="dcterms:W3CDTF">2006-08-16T00:00:00Z</dcterms:created>
  <dcterms:modified xsi:type="dcterms:W3CDTF">2026-08-16T07:48:47Z</dcterms:modified>
  <dc:identifier>DAHOhwq1pWI</dc:identifier>
</cp:coreProperties>
</file>